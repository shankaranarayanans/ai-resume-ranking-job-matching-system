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1463040"/>
            <a:ext cx="731520" cy="7315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5303520"/>
            <a:ext cx="1828800" cy="18288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8412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AI RESUME RANKING
&amp; JOB MATCHING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Intelligent resume analysis • role recommendation • job-specific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663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Professional 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62356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Resume → Analyze → Match → Improve → Apply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373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Why job seekers struggle to convert a resume into interviews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53312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4864" cy="3566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7452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Resume quality is unclear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3017520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Candidates often do not know how ATS systems interpret their resume or which sections reduce their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54864" cy="3566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7452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Role selection is difficult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58568"/>
            <a:ext cx="3017520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A single resume may fit several roles, but candidates need evidence-based recommendations instead of guesswork.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54864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7452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Job descriptions are complex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58568"/>
            <a:ext cx="3017520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Important keywords, skills and requirements can be missed when tailoring a resume manually.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AI Resume Ranking &amp; Job Matching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373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 single AI-assisted workspace for resume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53312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874519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84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90672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PDF / DOC / DOCX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02996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2926080" y="1874519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984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974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90672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Skills, ATS &amp;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2996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166360" y="1874519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984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6974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090672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Roles &amp; job descriptions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02996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7406640" y="1874519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984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6974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090672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Specific resume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02996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9646920" y="1874519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1984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6974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090672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Readiness &amp; skill gaps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4251960"/>
            <a:ext cx="9784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88720" y="4251960"/>
            <a:ext cx="54864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89888" y="4434840"/>
            <a:ext cx="94183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Core idea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8" y="4818888"/>
            <a:ext cx="9418319" cy="320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Turn an uploaded resume and target job description into measurable insights and actionable optimization guidance.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47395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AI Resume Ranking &amp; Job Matching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373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3.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Designed around the candidate's complete job-search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53312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4864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7452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Resume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Secure intake for PDF, DOC and DOCX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54864" cy="1645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2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Resume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58568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Overall score, ATS score and profile quality.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91640"/>
            <a:ext cx="54864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87452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Role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258568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Suggests suitable roles with match percentages.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54864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8620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Job Analyzer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70248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Reads a job description and identifies requirements.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033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703320"/>
            <a:ext cx="54864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88620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Gap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270248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Shows missing skills, keywords and experience areas.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54864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388620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AI Improvements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270248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Provides targeted, role-specific resume edits.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7395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AI Resume Ranking &amp; Job Matching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373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4. Resume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Example output generated from a candidate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53312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83080"/>
            <a:ext cx="2103120" cy="2103120"/>
          </a:xfrm>
          <a:prstGeom prst="ellipse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1554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2563EB"/>
                </a:solidFill>
                <a:latin typeface="Aptos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7889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/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24612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Resume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83080"/>
            <a:ext cx="2377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783080"/>
            <a:ext cx="54864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984248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Aptos"/>
              </a:rPr>
              <a:t>88%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56032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ATS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862072"/>
            <a:ext cx="196596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Keyword structure, formatting and machine-readability.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783080"/>
            <a:ext cx="2377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783080"/>
            <a:ext cx="54864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984248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63EB"/>
                </a:solidFill>
                <a:latin typeface="Aptos"/>
              </a:rPr>
              <a:t>79%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56032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Profile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862072"/>
            <a:ext cx="196596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Strength of skills, projects and overall profile.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1783080"/>
            <a:ext cx="2377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1783080"/>
            <a:ext cx="54864" cy="1554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1984248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6B6D4"/>
                </a:solidFill>
                <a:latin typeface="Aptos"/>
              </a:rPr>
              <a:t>91%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56032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Best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2862072"/>
            <a:ext cx="196596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Highest-fit role identified from the profile.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794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Detected skills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4160520"/>
            <a:ext cx="1554480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4261104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Python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7800" y="4160520"/>
            <a:ext cx="1554480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4261104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4160520"/>
            <a:ext cx="1554480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4261104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Power BI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4160520"/>
            <a:ext cx="1554480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5400" y="4261104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Excel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4754880"/>
            <a:ext cx="1554480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4855464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Java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57800" y="4754880"/>
            <a:ext cx="1554480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4855464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Machine Learning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4754880"/>
            <a:ext cx="1554480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4855464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Git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47395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AI Resume Ranking &amp; Job Matching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373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5. Recommended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Role-fit scoring helps candidates focus their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53312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Data Analyst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801368"/>
            <a:ext cx="6217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63240" y="1801368"/>
            <a:ext cx="5658307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5480" y="17647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Aptos"/>
              </a:rPr>
              <a:t>91%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Python Developer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852928"/>
            <a:ext cx="6217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3240" y="2852928"/>
            <a:ext cx="5347411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28163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6B6D4"/>
                </a:solidFill>
                <a:latin typeface="Aptos"/>
              </a:rPr>
              <a:t>86%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Business Analyst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3904488"/>
            <a:ext cx="6217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63240" y="3904488"/>
            <a:ext cx="4849977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386791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  <a:latin typeface="Aptos"/>
              </a:rPr>
              <a:t>78%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5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ML Engineer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4956048"/>
            <a:ext cx="6217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63240" y="4956048"/>
            <a:ext cx="4414723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491947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F59E0B"/>
                </a:solidFill>
                <a:latin typeface="Aptos"/>
              </a:rPr>
              <a:t>71%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623560"/>
            <a:ext cx="9966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623560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806440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Decision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6190488"/>
            <a:ext cx="9601200" cy="-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The ranking is a guide: candidates can compare fit, gaps and job requirements before applying.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AI Resume Ranking &amp; Job Matching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373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6. Job Description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Compare a target job with the candidate's current resume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53312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397763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47548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Input: Job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4754879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The candidate pastes a job description. The system identifies skills, keywords, responsibilities and experience expectations.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1206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54864" cy="397763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828800"/>
            <a:ext cx="47548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Output: Match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212848"/>
            <a:ext cx="4754879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Example match: 84% overall • 89% skills • 81% keywords • 76%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Missing skills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480560"/>
            <a:ext cx="1371600" cy="4114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590288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EF4444"/>
                </a:solidFill>
                <a:latin typeface="Aptos"/>
              </a:rPr>
              <a:t>Advanced Statistics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4480560"/>
            <a:ext cx="1371600" cy="4114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4590288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EF4444"/>
                </a:solidFill>
                <a:latin typeface="Aptos"/>
              </a:rPr>
              <a:t>Tableau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480560"/>
            <a:ext cx="1371600" cy="4114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4590288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EF4444"/>
                </a:solidFill>
                <a:latin typeface="Aptos"/>
              </a:rPr>
              <a:t>ETL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AI Resume Ranking &amp; Job Matching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373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7. AI-Powered Resume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Move from generic statements to evidence-based, role-specific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53312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4864" cy="3474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74520"/>
            <a:ext cx="47548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Current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475487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“Worked on data analysis projects using Python.”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9718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91640"/>
            <a:ext cx="5120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54864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874520"/>
            <a:ext cx="47548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Suggested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258568"/>
            <a:ext cx="475487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Make the statement specific: describe the dataset, analysis method, tools, measurable outcome and business impact.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ptos"/>
              </a:rPr>
              <a:t>Important guardrail: the system should improve wording without inventing experience, skills or achievements.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AI Resume Ranking &amp; Job Matching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373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8. System Architecture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Scalable architecture for a production-ready 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53312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652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83080"/>
            <a:ext cx="10287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67128"/>
            <a:ext cx="1028700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React / TypeScript / Tailwind CSS  |  Candidate dashboard, upload, results and visualizations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79191"/>
            <a:ext cx="10652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679191"/>
            <a:ext cx="54864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862072"/>
            <a:ext cx="10287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46120"/>
            <a:ext cx="1028700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Node.js / Express  |  Authentication, file processing, orchestration and APIs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58183"/>
            <a:ext cx="10652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758183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941063"/>
            <a:ext cx="10287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AI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325112"/>
            <a:ext cx="1028700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LLM + prompt pipelines  |  Resume extraction, matching, recommendations and rewriting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37176"/>
            <a:ext cx="10652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837176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5020056"/>
            <a:ext cx="10287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5404104"/>
            <a:ext cx="1028700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PostgreSQL + document storage  |  Profiles, job descriptions, analysis history and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893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Security principle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989320"/>
            <a:ext cx="8869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Never expose production AI API keys in browser-side code; route sensitive requests through a secure backend.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AI Resume Ranking &amp; Job Matching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373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9. Expected Impact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From resume evaluation to an intelligent career optimization platform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74519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47672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56231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Faster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856231"/>
            <a:ext cx="6949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Reduce manual resume tailoring time.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43200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16352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249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Better targeting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724912"/>
            <a:ext cx="6949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Apply to roles with stronger evidence of fit.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611879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85031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93591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Actionable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593591"/>
            <a:ext cx="6949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Know exactly what to improve before applying.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480559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53712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6227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Future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462272"/>
            <a:ext cx="6949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Interview preparation, job tracking, analytics and continuous profile optimization.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1908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AI Resume Ranking &amp; Job Matching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373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